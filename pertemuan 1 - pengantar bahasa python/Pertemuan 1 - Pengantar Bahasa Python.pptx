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BD7E8-5FB0-A061-F62A-B8F7779F0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24418-EEB4-4C1E-ED25-DE5CA220B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BEFB0-B75D-D33B-01E4-8EAEE314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7AB5F-01B3-E928-D10B-39A9D725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54264-0E73-20CB-8B15-391652902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742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3EB2F-D309-3D57-4AAC-4DBF5C299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75FB3-7579-DFF7-B524-84DA8A415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C1E5B-615A-B845-DB10-EDDD5A46E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EF8E7-FD2B-A01A-BEBB-AC3736927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F56AA-53C7-8EC0-CCA0-23196C36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3778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484BF-A44A-EDDA-B2A4-D0C1F2DE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DDCA5-3878-E2BF-4302-57FB80679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3F4E5-08F7-12AE-62CF-8D046E5A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2A5AD-D3F0-5D80-71EB-13BCE521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52D4D-BCCD-8FC6-33B5-05732C5A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641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C5C4B-4259-971A-1809-AD0B8B7A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AB889-AF70-A1EE-0D99-195A3188B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985F7-9953-7EB3-C29B-685B2ECB8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A3AFA-2169-6277-824D-F6A0CC61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AEC75-3FA6-8630-DE77-BFECDBFB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F3D24-7DA1-4589-5BBA-6884E4C4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289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4664-05BD-22D8-BB80-3DAF0CF9A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59058-C379-DFFC-0466-41B1DB060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16428-D735-4026-DF2A-A22F982D7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89A8B1-9823-9697-4D0F-18EE4DE22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B94B88-9033-AF75-10A3-8C7839390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15DD48-3C11-B241-9F80-515C68B67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B56478-29D4-BA60-7D8F-9950ED5E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E6476A-1A21-4E99-1178-B7E7C7EAA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89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A5A7-BBBF-1B81-AAAA-D23E9302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04842-B330-9284-DE2F-088BE470B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4ADAC-A2C3-1650-6C7A-E8BA6DA1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B8021-6A73-7458-6802-9BD68E06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630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5586B-1A12-263E-155A-548C069F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8A870-9AC4-5F07-DAE7-4207CD564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31FA7-CF1B-3BB6-7CBA-94648FA8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97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636D-1139-217D-BD5D-D2246D45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FA07-B0E0-F8CB-DBE2-78316A22B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067F6-1E1F-2FF2-055D-5071107F3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F8EE9-C75F-7A71-E916-BC0B6CABC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65892-B971-4C89-7384-DC3A50E7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F3ED1-99D5-F3EE-0BE3-5018371F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213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7415-BD61-3C8F-B5BF-16A8183D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295D6-E726-6980-A8BD-48F992122C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E39A2-B0B6-7DBC-8245-F27AE926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A3DA6-E27D-DB1B-3D20-2E6C6B80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4482E-04AB-34EE-3349-292E86A1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9077A-9A61-4FF3-F0AC-F8188165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0542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08BA-6812-AA9B-D3AD-9BA112A17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A374F-06F6-92AC-9010-C294CE2A7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D8535-531F-E6F7-EF8E-4F9FA8E9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0AE04-32F7-2ADB-1BFC-EEC44A17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99A76-1225-D044-7020-1DF977E4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498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43A13D-A14D-C548-78B7-510EED28E4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03A6-BF50-9C3E-29F8-9FCC66BC5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A3362-A78F-D238-C545-6AE90339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5C1F6-116D-4B7D-4BF6-A84B114E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C30C3-6CA0-DE74-354F-A52DF3201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627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26DB09-26A4-2B6C-5144-5CD43F4E8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D9102-E1B0-7F9E-B66C-F19A0B76C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BE60F-B046-E54E-7422-B8A467251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63A9E-09E2-4C4D-9259-64F56297EC79}" type="datetimeFigureOut">
              <a:rPr lang="en-ID" smtClean="0"/>
              <a:t>04/03/2023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1ABEB-D018-51AE-0284-94E17DCD5D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83763-8CAB-DFC6-8C5F-5FBA186E9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3B9E9-6698-4A7B-9091-D4CC0E561D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3140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C0B82-0DDC-9353-6C81-FE6ACBB16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715" y="1131155"/>
            <a:ext cx="11236570" cy="1972530"/>
          </a:xfrm>
        </p:spPr>
        <p:txBody>
          <a:bodyPr anchor="ctr">
            <a:normAutofit/>
          </a:bodyPr>
          <a:lstStyle/>
          <a:p>
            <a:r>
              <a:rPr lang="en-US" dirty="0"/>
              <a:t>Big Data &amp; Machine Learning</a:t>
            </a:r>
            <a:br>
              <a:rPr lang="en-US" dirty="0"/>
            </a:br>
            <a:r>
              <a:rPr lang="en-US" dirty="0" err="1"/>
              <a:t>Pertemuan</a:t>
            </a:r>
            <a:r>
              <a:rPr lang="en-US" dirty="0"/>
              <a:t> 1 – </a:t>
            </a:r>
            <a:r>
              <a:rPr lang="en-US" dirty="0" err="1"/>
              <a:t>Pengantar</a:t>
            </a:r>
            <a:r>
              <a:rPr lang="en-US" dirty="0"/>
              <a:t> </a:t>
            </a:r>
            <a:r>
              <a:rPr lang="en-US" dirty="0" err="1"/>
              <a:t>Pyhton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08590-9B74-99E7-F486-687FD096FC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dirty="0" err="1"/>
              <a:t>Disusun</a:t>
            </a:r>
            <a:r>
              <a:rPr lang="en-US" dirty="0"/>
              <a:t> Oleh:</a:t>
            </a:r>
          </a:p>
          <a:p>
            <a:r>
              <a:rPr lang="en-US" dirty="0" err="1"/>
              <a:t>Aryajaya</a:t>
            </a:r>
            <a:r>
              <a:rPr lang="en-US" dirty="0"/>
              <a:t> </a:t>
            </a:r>
            <a:r>
              <a:rPr lang="en-US" dirty="0" err="1"/>
              <a:t>Alamsyah</a:t>
            </a:r>
            <a:r>
              <a:rPr lang="en-US" dirty="0"/>
              <a:t>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 (</a:t>
            </a:r>
            <a:r>
              <a:rPr lang="en-US" dirty="0" err="1"/>
              <a:t>Aamiin</a:t>
            </a:r>
            <a:r>
              <a:rPr lang="en-US" dirty="0"/>
              <a:t>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9857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0BDA-8A70-83A7-9F3F-7C41C7630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290490"/>
            <a:ext cx="11772900" cy="931983"/>
          </a:xfrm>
        </p:spPr>
        <p:txBody>
          <a:bodyPr/>
          <a:lstStyle/>
          <a:p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Ajar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5BF46-C951-67E6-AA5C-6AA21B47DC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7" t="4963" r="17439" b="3752"/>
          <a:stretch/>
        </p:blipFill>
        <p:spPr bwMode="auto">
          <a:xfrm>
            <a:off x="10946130" y="211017"/>
            <a:ext cx="1036320" cy="10909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6" name="Picture 2" descr="Kumpulan Solusi Pemrograman Python Edisi Revisi">
            <a:extLst>
              <a:ext uri="{FF2B5EF4-FFF2-40B4-BE49-F238E27FC236}">
                <a16:creationId xmlns:a16="http://schemas.microsoft.com/office/drawing/2014/main" id="{57F82335-BE08-5050-6928-9473ECCD3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448438"/>
            <a:ext cx="2818999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udah Belajar Python Untuk Aplikasi Desktop Dan Web">
            <a:extLst>
              <a:ext uri="{FF2B5EF4-FFF2-40B4-BE49-F238E27FC236}">
                <a16:creationId xmlns:a16="http://schemas.microsoft.com/office/drawing/2014/main" id="{65AFDD63-78C4-D947-4BD1-34D02072A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556" y="1448438"/>
            <a:ext cx="2740001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ursus Mandiri Python">
            <a:extLst>
              <a:ext uri="{FF2B5EF4-FFF2-40B4-BE49-F238E27FC236}">
                <a16:creationId xmlns:a16="http://schemas.microsoft.com/office/drawing/2014/main" id="{78E92514-60F9-67AD-6919-1FE3812C2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501" y="1448438"/>
            <a:ext cx="2865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undamental Of Python For Machine Learning">
            <a:extLst>
              <a:ext uri="{FF2B5EF4-FFF2-40B4-BE49-F238E27FC236}">
                <a16:creationId xmlns:a16="http://schemas.microsoft.com/office/drawing/2014/main" id="{1F498199-C178-8FCE-CDB4-0BEC0EAED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446" y="1448438"/>
            <a:ext cx="2854004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7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0BDA-8A70-83A7-9F3F-7C41C7630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290490"/>
            <a:ext cx="11772900" cy="931983"/>
          </a:xfrm>
        </p:spPr>
        <p:txBody>
          <a:bodyPr/>
          <a:lstStyle/>
          <a:p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Ajar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5BF46-C951-67E6-AA5C-6AA21B47DC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7" t="4963" r="17439" b="3752"/>
          <a:stretch/>
        </p:blipFill>
        <p:spPr bwMode="auto">
          <a:xfrm>
            <a:off x="10946130" y="211017"/>
            <a:ext cx="1036320" cy="10909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74" name="Picture 2" descr="Deep Learning Modernisasi Machine Learning Untuk Big Data">
            <a:extLst>
              <a:ext uri="{FF2B5EF4-FFF2-40B4-BE49-F238E27FC236}">
                <a16:creationId xmlns:a16="http://schemas.microsoft.com/office/drawing/2014/main" id="{8414B3E6-BCAD-8EF9-90B9-BEBE6F9FB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485901"/>
            <a:ext cx="2805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achine Learning Tingkat Dasar Dan Lanjut">
            <a:extLst>
              <a:ext uri="{FF2B5EF4-FFF2-40B4-BE49-F238E27FC236}">
                <a16:creationId xmlns:a16="http://schemas.microsoft.com/office/drawing/2014/main" id="{D8211891-55F9-0636-6B3E-337060B68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679" y="1485901"/>
            <a:ext cx="2824995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engantar Machine Learning">
            <a:extLst>
              <a:ext uri="{FF2B5EF4-FFF2-40B4-BE49-F238E27FC236}">
                <a16:creationId xmlns:a16="http://schemas.microsoft.com/office/drawing/2014/main" id="{1739BADA-0CFA-4582-1F37-A17CA234F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804" y="1485901"/>
            <a:ext cx="2739999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Belajar Machine Learning: Teori dan Praktik">
            <a:extLst>
              <a:ext uri="{FF2B5EF4-FFF2-40B4-BE49-F238E27FC236}">
                <a16:creationId xmlns:a16="http://schemas.microsoft.com/office/drawing/2014/main" id="{949B019A-20E9-B077-6017-92D24B80B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51" y="1485901"/>
            <a:ext cx="2879999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781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33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Big Data &amp; Machine Learning Pertemuan 1 – Pengantar Pyhton</vt:lpstr>
      <vt:lpstr>Sumber Bahan Ajar</vt:lpstr>
      <vt:lpstr>Sumber Bahan Ajar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lunox</dc:creator>
  <cp:lastModifiedBy>lunox</cp:lastModifiedBy>
  <cp:revision>18</cp:revision>
  <dcterms:created xsi:type="dcterms:W3CDTF">2023-03-04T11:37:14Z</dcterms:created>
  <dcterms:modified xsi:type="dcterms:W3CDTF">2023-03-04T13:24:12Z</dcterms:modified>
</cp:coreProperties>
</file>